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89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0794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5231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1798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2159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1874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7623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7691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008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7698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846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3229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943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26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48661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765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800DB-C6EF-4934-B65F-CB6D5D9E7016}" type="datetimeFigureOut">
              <a:rPr lang="en-AE" smtClean="0"/>
              <a:t>25/02/2026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BFC98D-4499-4C50-9EAB-58AE7DFE7EC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37067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5A44-BCFE-5B25-27CF-BFDB238E4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237" y="983622"/>
            <a:ext cx="7766936" cy="1096900"/>
          </a:xfrm>
        </p:spPr>
        <p:txBody>
          <a:bodyPr/>
          <a:lstStyle/>
          <a:p>
            <a:pPr algn="ctr"/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Data Analysis &amp; Visualization using Microsoft Excel</a:t>
            </a:r>
            <a:endParaRPr lang="en-A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A2C64-BD4B-E3EF-58D0-F5B67E823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0609" y="3113314"/>
            <a:ext cx="7766936" cy="1903790"/>
          </a:xfrm>
        </p:spPr>
        <p:txBody>
          <a:bodyPr>
            <a:normAutofit/>
          </a:bodyPr>
          <a:lstStyle/>
          <a:p>
            <a:pPr algn="l"/>
            <a: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       : DA – Milestone 1</a:t>
            </a:r>
            <a:b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       : HR Analytics</a:t>
            </a:r>
            <a:b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           : Microsoft Excel (Advanced)</a:t>
            </a:r>
            <a:b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 : Anthony Raj I</a:t>
            </a:r>
            <a:endParaRPr lang="en-AE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72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98D0-66D1-F7EC-4E30-A329B4C6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  <a:br>
              <a:rPr lang="en-A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9689A-12DE-AA6C-1FC9-6CE9885D4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analyzes </a:t>
            </a:r>
            <a:r>
              <a:rPr lang="en-A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Employee Data</a:t>
            </a: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n-A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Work-Life Balance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 Impact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using </a:t>
            </a:r>
            <a:r>
              <a:rPr lang="en-A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Excel features</a:t>
            </a: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A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Outcome: </a:t>
            </a:r>
            <a:r>
              <a:rPr lang="en-A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HR Dashboard</a:t>
            </a: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15F3-2DCB-EC4A-5C7B-101084E6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 of the Project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69F4D6-4C34-AB99-B1EA-B0807611D3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74838"/>
            <a:ext cx="62172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employee attrition trends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factors affecting performance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KPI-driven HR dashboard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scenario analysis for decision making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analysis using macros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Power Pivot for advanced calculations</a:t>
            </a:r>
          </a:p>
        </p:txBody>
      </p:sp>
    </p:spTree>
    <p:extLst>
      <p:ext uri="{BB962C8B-B14F-4D97-AF65-F5344CB8AC3E}">
        <p14:creationId xmlns:p14="http://schemas.microsoft.com/office/powerpoint/2010/main" val="75897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3C7A-7C1A-C4CF-999A-E8FD91EA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A8228-A2DD-CEC5-C0C6-CC9D44FF4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20" y="1930400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employee attrition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drop due to overtime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work-life balance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Unequal income distribution</a:t>
            </a:r>
          </a:p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Need: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teams need data-driven insights to improve retention and productivity.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34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23F0-AB3B-08C1-4B56-10C6CC29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ACA5CC-DA34-DD89-354B-B02F2C231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54152"/>
            <a:ext cx="399955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Employee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10,000 Employees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Columns: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Role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Income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Rating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Work-Life Balance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69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1412-20A4-0B48-95D4-B71AC50A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63" y="979714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Workflow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6424F9-0B0E-09CB-E960-F49ABF7077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45713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Import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Metrics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PivotTables &amp; Charts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What-If Analysis &amp; Goal Seek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Pivot Modeling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Creation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Macros &amp; Automation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1391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DB7F-2925-462A-10DB-6EBFEED6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59566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9C1D5D-283A-5CA9-2D7E-2FA705A4C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380366"/>
            <a:ext cx="710624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 employee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values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categorical values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Corrected inconsistent department &amp; job role names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 &amp; Excel formulas</a:t>
            </a:r>
          </a:p>
        </p:txBody>
      </p:sp>
    </p:spTree>
    <p:extLst>
      <p:ext uri="{BB962C8B-B14F-4D97-AF65-F5344CB8AC3E}">
        <p14:creationId xmlns:p14="http://schemas.microsoft.com/office/powerpoint/2010/main" val="333004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30AFB-0515-EB29-317D-B7667934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Metrics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16E2-0980-0EA8-D888-5AA069AE8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calculated columns: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Flag (Yes = 1, No = 0)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Level (Junior / Mid / Senior)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 Category (New / Growing / Loyal)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Category (Low / Average / High)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metrics improved analytical depth.</a:t>
            </a:r>
          </a:p>
          <a:p>
            <a:pPr marL="0" indent="0">
              <a:buNone/>
            </a:pP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46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2361-F0D7-FB77-AD3A-71498818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2B72C-23A6-5BC6-D75C-9A70DC513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analysis using: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PivotCharts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Analysis</a:t>
            </a:r>
          </a:p>
          <a:p>
            <a:pPr>
              <a:buFont typeface="Wingdings" panose="05000000000000000000" pitchFamily="2" charset="2"/>
              <a:buChar char="Ø"/>
            </a:pP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64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1AF9-CB35-3D79-1765-BD77F339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34" y="1001486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Key KPIs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3B60D-DEFC-84E5-6650-AC39BC474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48" y="2160589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Employees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Percentage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Monthly Income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 Impact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Displayed using KPI cards in dashboard.</a:t>
            </a:r>
          </a:p>
          <a:p>
            <a:pPr>
              <a:buFont typeface="Wingdings" panose="05000000000000000000" pitchFamily="2" charset="2"/>
              <a:buChar char="Ø"/>
            </a:pPr>
            <a:endParaRPr lang="en-AE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275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7004-A9EE-289E-4EE0-485AF80B8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What-If Analysis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D581-DEDB-C899-F1E6-C2B8CD98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Seek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Manager</a:t>
            </a:r>
          </a:p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attrition changes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income &amp; performance scenarios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HR planning decisions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08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D5F4-C52C-693E-E730-EF1F330B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38943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Pivot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265A98-7BF1-3CFC-BAC6-F0E7C1B17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762147"/>
            <a:ext cx="617303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data loaded into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Pivot Data Model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 created: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Employees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Count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%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Monthly Income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performance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20299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F7DA-1CD3-77A2-BBC6-90153573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34886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Features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399D2B-E8B2-0938-1939-AFF4D54926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762147"/>
            <a:ext cx="490486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HR Analytics Dashboard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slicers: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Level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Rating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Work-Life Balance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 Category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Auto-refresh &amp; reset using macros</a:t>
            </a:r>
          </a:p>
        </p:txBody>
      </p:sp>
    </p:spTree>
    <p:extLst>
      <p:ext uri="{BB962C8B-B14F-4D97-AF65-F5344CB8AC3E}">
        <p14:creationId xmlns:p14="http://schemas.microsoft.com/office/powerpoint/2010/main" val="213821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6CFE-B623-F5C9-084F-B27F2313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Macros &amp; Automation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7AAFF-048F-5CAC-47CC-EFA88A66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Macros used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all slicer filters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 PivotTables &amp; Power Pivot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 dashboard with one click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Faster &amp; user-friendly dashboard</a:t>
            </a:r>
          </a:p>
          <a:p>
            <a:pPr marL="0" indent="0">
              <a:buNone/>
            </a:pPr>
            <a:endParaRPr lang="en-A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84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739F-058E-2E32-F59C-0B89F0AA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10680"/>
            <a:ext cx="8596668" cy="1320800"/>
          </a:xfrm>
        </p:spPr>
        <p:txBody>
          <a:bodyPr/>
          <a:lstStyle/>
          <a:p>
            <a:r>
              <a:rPr lang="en-US" b="1" dirty="0"/>
              <a:t>Key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C5C3AD-786C-1A2C-3BF0-FB6CDDF0DE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131480"/>
            <a:ext cx="583576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Junior employees show higher attrition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 reduces work-life balance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performers earn higher income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 work-life balance increases attrition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 employees show stable performance</a:t>
            </a:r>
          </a:p>
        </p:txBody>
      </p:sp>
    </p:spTree>
    <p:extLst>
      <p:ext uri="{BB962C8B-B14F-4D97-AF65-F5344CB8AC3E}">
        <p14:creationId xmlns:p14="http://schemas.microsoft.com/office/powerpoint/2010/main" val="1863161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B593-7113-7119-F183-4E8A08E4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08200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7DF3FA-7BF7-DA34-2C7E-94D161BA6E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119514"/>
            <a:ext cx="573830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is powerful for advanced analytics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data can drive strategic decisions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 improve visibility &amp; insights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Pivot enhances large data handling</a:t>
            </a:r>
          </a:p>
        </p:txBody>
      </p:sp>
    </p:spTree>
    <p:extLst>
      <p:ext uri="{BB962C8B-B14F-4D97-AF65-F5344CB8AC3E}">
        <p14:creationId xmlns:p14="http://schemas.microsoft.com/office/powerpoint/2010/main" val="938603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59EA-3181-0EA2-CF1B-1AE26E21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48" y="1828800"/>
            <a:ext cx="8596668" cy="1320800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A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CC5BF6-F3F1-B2B6-2672-326CCEAA42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3149600"/>
            <a:ext cx="610446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overtime for junior staff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work-life balance initiatives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 high performers with incentives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dashboards for 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419098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3272-513B-3DF3-4BC2-D3841E75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96143"/>
            <a:ext cx="8596668" cy="1320800"/>
          </a:xfrm>
        </p:spPr>
        <p:txBody>
          <a:bodyPr/>
          <a:lstStyle/>
          <a:p>
            <a:r>
              <a:rPr lang="en-US" b="1" dirty="0"/>
              <a:t>Tools Used</a:t>
            </a:r>
            <a:endParaRPr lang="en-AE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C95836-0FD9-0C9F-5EB2-FF4CF04BE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946813"/>
            <a:ext cx="37231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Excel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PivotTables &amp; PivotCharts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Pivot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What-If Analysis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VBA Macros</a:t>
            </a:r>
          </a:p>
        </p:txBody>
      </p:sp>
    </p:spTree>
    <p:extLst>
      <p:ext uri="{BB962C8B-B14F-4D97-AF65-F5344CB8AC3E}">
        <p14:creationId xmlns:p14="http://schemas.microsoft.com/office/powerpoint/2010/main" val="2082067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CD43-28C6-DDEA-5EDA-9C89B369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85354-B98B-BB9A-EC8F-8006EC66B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br>
              <a:rPr lang="en-GB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 &amp; Discussion 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3914943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496</Words>
  <Application>Microsoft Office PowerPoint</Application>
  <PresentationFormat>Widescreen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Trebuchet MS</vt:lpstr>
      <vt:lpstr>Wingdings</vt:lpstr>
      <vt:lpstr>Wingdings 3</vt:lpstr>
      <vt:lpstr>Facet</vt:lpstr>
      <vt:lpstr>Advanced Data Analysis &amp; Visualization using Microsoft Excel</vt:lpstr>
      <vt:lpstr>Project Overview </vt:lpstr>
      <vt:lpstr>Aim of the Project</vt:lpstr>
      <vt:lpstr>Business Problem</vt:lpstr>
      <vt:lpstr>Dataset Description</vt:lpstr>
      <vt:lpstr>Project Workflow</vt:lpstr>
      <vt:lpstr>Data Cleaning </vt:lpstr>
      <vt:lpstr>Derived Metrics</vt:lpstr>
      <vt:lpstr>Exploratory Data Analysis (EDA)</vt:lpstr>
      <vt:lpstr> Key KPIs</vt:lpstr>
      <vt:lpstr>What-If Analysis</vt:lpstr>
      <vt:lpstr>Power Pivot</vt:lpstr>
      <vt:lpstr>Dashboard Features</vt:lpstr>
      <vt:lpstr>Macros &amp; Automation</vt:lpstr>
      <vt:lpstr>Key Insights</vt:lpstr>
      <vt:lpstr>Conclusion</vt:lpstr>
      <vt:lpstr>Recommendations</vt:lpstr>
      <vt:lpstr>Tools Used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S0176838</dc:creator>
  <cp:lastModifiedBy>Anthony Raj</cp:lastModifiedBy>
  <cp:revision>10</cp:revision>
  <dcterms:created xsi:type="dcterms:W3CDTF">2026-02-16T09:07:34Z</dcterms:created>
  <dcterms:modified xsi:type="dcterms:W3CDTF">2026-02-25T13:15:28Z</dcterms:modified>
</cp:coreProperties>
</file>